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LUWALASE IFEBAJO - STUDENT" userId="f56309ee-8d07-4380-9a42-c0d649970a49" providerId="ADAL" clId="{C8847D57-F13F-4B03-B16C-AC6A4DB5CFF8}"/>
    <pc:docChg chg="modSld">
      <pc:chgData name="TOLUWALASE IFEBAJO - STUDENT" userId="f56309ee-8d07-4380-9a42-c0d649970a49" providerId="ADAL" clId="{C8847D57-F13F-4B03-B16C-AC6A4DB5CFF8}" dt="2026-05-22T04:01:15.029" v="13" actId="20577"/>
      <pc:docMkLst>
        <pc:docMk/>
      </pc:docMkLst>
      <pc:sldChg chg="modSp mod">
        <pc:chgData name="TOLUWALASE IFEBAJO - STUDENT" userId="f56309ee-8d07-4380-9a42-c0d649970a49" providerId="ADAL" clId="{C8847D57-F13F-4B03-B16C-AC6A4DB5CFF8}" dt="2026-05-22T04:01:15.029" v="13" actId="20577"/>
        <pc:sldMkLst>
          <pc:docMk/>
          <pc:sldMk cId="1836098410" sldId="256"/>
        </pc:sldMkLst>
        <pc:spChg chg="mod">
          <ac:chgData name="TOLUWALASE IFEBAJO - STUDENT" userId="f56309ee-8d07-4380-9a42-c0d649970a49" providerId="ADAL" clId="{C8847D57-F13F-4B03-B16C-AC6A4DB5CFF8}" dt="2026-05-22T04:01:15.029" v="13" actId="20577"/>
          <ac:spMkLst>
            <pc:docMk/>
            <pc:sldMk cId="1836098410" sldId="256"/>
            <ac:spMk id="3" creationId="{88B5E519-288E-71E5-F557-5EE21616DB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3716-2D59-B21E-C33D-14ADFD84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 err="1"/>
              <a:t>GalwayRental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5E519-288E-71E5-F557-5EE21616D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Galway Rental is a global driven car rental application that allows users to browse luxury and everyday vehicles, explore detailed listings, and create customer accounts through a modern authentication system.</a:t>
            </a:r>
          </a:p>
          <a:p>
            <a:r>
              <a:rPr lang="en-GB" dirty="0">
                <a:solidFill>
                  <a:srgbClr val="FF0000"/>
                </a:solidFill>
              </a:rPr>
              <a:t>Built With(</a:t>
            </a:r>
            <a:r>
              <a:rPr lang="en-GB" dirty="0" err="1">
                <a:solidFill>
                  <a:schemeClr val="tx1"/>
                </a:solidFill>
              </a:rPr>
              <a:t>Html,CSS,JavaScript,MYSQL</a:t>
            </a:r>
            <a:r>
              <a:rPr lang="en-GB" dirty="0">
                <a:solidFill>
                  <a:schemeClr val="tx1"/>
                </a:solidFill>
              </a:rPr>
              <a:t>,)</a:t>
            </a:r>
          </a:p>
          <a:p>
            <a:r>
              <a:rPr lang="en-GB" dirty="0">
                <a:solidFill>
                  <a:schemeClr val="tx1"/>
                </a:solidFill>
              </a:rPr>
              <a:t>Vehicle Listing – Users can browse a collection of vehicles.</a:t>
            </a:r>
          </a:p>
          <a:p>
            <a:r>
              <a:rPr lang="en-GB" dirty="0">
                <a:solidFill>
                  <a:schemeClr val="tx1"/>
                </a:solidFill>
              </a:rPr>
              <a:t>Featured cars – Automatic sliding , responsive layout,  interactive navigation</a:t>
            </a:r>
          </a:p>
          <a:p>
            <a:r>
              <a:rPr lang="en-GB" dirty="0">
                <a:solidFill>
                  <a:schemeClr val="tx1"/>
                </a:solidFill>
              </a:rPr>
              <a:t>Vehicle Sorting – Cars can be sorted by relevance, lowest price , highest price</a:t>
            </a:r>
          </a:p>
          <a:p>
            <a:r>
              <a:rPr lang="en-GB" dirty="0">
                <a:solidFill>
                  <a:schemeClr val="tx1"/>
                </a:solidFill>
              </a:rPr>
              <a:t>Authentication System – User Signup, User Login</a:t>
            </a:r>
          </a:p>
          <a:p>
            <a:r>
              <a:rPr lang="en-GB">
                <a:solidFill>
                  <a:schemeClr val="tx1"/>
                </a:solidFill>
              </a:rPr>
              <a:t>G00382657</a:t>
            </a:r>
            <a:endParaRPr lang="en-GB" dirty="0">
              <a:solidFill>
                <a:srgbClr val="FF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0984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{7C36A323-E99B-4928-8882-5270CE8B527F}TF319cfb39-eeba-4af5-a5a2-03d53d0375160e3309b2-0adf682d390f</Template>
  <TotalTime>8</TotalTime>
  <Words>93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Wingdings 2</vt:lpstr>
      <vt:lpstr>Dividend</vt:lpstr>
      <vt:lpstr> GalwayRental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TOLUWALASE IFEBAJO - STUDENT</dc:creator>
  <cp:lastModifiedBy>TOLUWALASE IFEBAJO - STUDENT</cp:lastModifiedBy>
  <cp:revision>1</cp:revision>
  <dcterms:created xsi:type="dcterms:W3CDTF">2026-05-22T03:53:00Z</dcterms:created>
  <dcterms:modified xsi:type="dcterms:W3CDTF">2026-05-22T04:01:16Z</dcterms:modified>
</cp:coreProperties>
</file>